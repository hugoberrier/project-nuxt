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0" y="128016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0" i="0">
                <a:solidFill>
                  <a:srgbClr val="FFFFFF"/>
                </a:solidFill>
                <a:latin typeface="Calibri"/>
              </a:rPr>
              <a:t>🍽️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4457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SmartRecipes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37560"/>
            <a:ext cx="9445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10B981"/>
                </a:solidFill>
                <a:latin typeface="Calibri"/>
              </a:rPr>
              <a:t>L'assistant culinaire intelligent contre le gaspillage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069080"/>
            <a:ext cx="3959352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2062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Soutenance — Projet de fin d'année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63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Nuxt  ·  Supabase  ·  Mistral AI  ·  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74519"/>
            <a:ext cx="2788920" cy="3840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74519"/>
            <a:ext cx="2788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9933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697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Présentation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2918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Problème · Audience · Solution · Monétisation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874519"/>
            <a:ext cx="2788920" cy="3840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874519"/>
            <a:ext cx="2788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9933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97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Démonstration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2918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Parcours utilisateur en direct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874519"/>
            <a:ext cx="2788920" cy="3840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874519"/>
            <a:ext cx="2788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79" y="19933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2697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Architecture Technique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32918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Stack · Choix · Défis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874519"/>
            <a:ext cx="2788920" cy="3840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874519"/>
            <a:ext cx="2788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9933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697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2918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Échanges avec le jury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142E50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Présentation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7763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0B981"/>
                </a:solidFill>
                <a:latin typeface="Calibri"/>
              </a:rPr>
              <a:t>Problème · Audience · Solution · Monétisation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01 — PRÉSENTATION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😩  Le problème identifié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74519"/>
            <a:ext cx="3749039" cy="3886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74519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Manque de temps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2E8F0"/>
                </a:solidFill>
                <a:latin typeface="Calibri"/>
              </a:rPr>
              <a:t>Les étudiants n'ont pas le temps
de planifier leurs repas.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874519"/>
            <a:ext cx="3749039" cy="3886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874519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788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Gaspillage alimentaire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337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2E8F0"/>
                </a:solidFill>
                <a:latin typeface="Calibri"/>
              </a:rPr>
              <a:t>Ils jettent ~30 % de leurs courses
faute d'idées de recettes.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1874519"/>
            <a:ext cx="3749039" cy="3886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19" y="1874519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011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88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Manque d'inspiration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37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2E8F0"/>
                </a:solidFill>
                <a:latin typeface="Calibri"/>
              </a:rPr>
              <a:t>Ils ne savent pas quoi cuisiner
avec ce qu'ils ont déjà.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852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BF24"/>
                </a:solidFill>
                <a:latin typeface="Calibri"/>
              </a:rPr>
              <a:t>💡  En France, 10 millions de personnes jettent des aliments chaque semaine faute d'idées de recettes.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01 — PRÉSENTATION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🎯  Audience cible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74519"/>
            <a:ext cx="5394960" cy="4160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74519"/>
            <a:ext cx="5394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933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Profil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500">
                <a:solidFill>
                  <a:srgbClr val="E2E8F0"/>
                </a:solidFill>
                <a:latin typeface="Calibri"/>
              </a:rPr>
              <a:t>🎓  Étudiants (18–25 ans)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E2E8F0"/>
                </a:solidFill>
                <a:latin typeface="Calibri"/>
              </a:rPr>
              <a:t>💼  Jeunes actifs (25–35 ans)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E2E8F0"/>
                </a:solidFill>
                <a:latin typeface="Calibri"/>
              </a:rPr>
              <a:t>🏠  Personnes vivant seules ou en coloc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E2E8F0"/>
                </a:solidFill>
                <a:latin typeface="Calibri"/>
              </a:rPr>
              <a:t>📱  Utilisateurs mobiles &amp; digital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E2E8F0"/>
                </a:solidFill>
                <a:latin typeface="Calibri"/>
              </a:rPr>
              <a:t>💰  Budget alimentaire limité (&lt; 150€/mois)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874519"/>
            <a:ext cx="5806440" cy="1920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74519"/>
            <a:ext cx="5806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9933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Chiffres clés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395728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3M+  d'étudiants en France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68%  ne planifient jamais leurs repas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45 min/j  perdues à décider quoi manger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4023360"/>
            <a:ext cx="5806440" cy="2011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4023360"/>
            <a:ext cx="5806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41422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Besoins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553712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✔  Recettes rapides (&lt; 20 min)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✔  Avec les ingrédients disponibles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✔  Respectueuses des préférences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✔  Zéro gaspillage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01 — PRÉSENTATION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✨  SmartRecipes — La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78308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2E8F0"/>
                </a:solidFill>
                <a:latin typeface="Calibri"/>
              </a:rPr>
              <a:t>Application web qui génère des recettes personnalisées à partir de tes ingrédients, grâce à l'IA.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560320"/>
            <a:ext cx="2788920" cy="3520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560320"/>
            <a:ext cx="2788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6974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Compte sécurisé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977639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Inscription / connexion
email + mot de passe robuste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560320"/>
            <a:ext cx="2788920" cy="3520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560320"/>
            <a:ext cx="2788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6974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Génération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977639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Recettes personnalisées
via Mistral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560320"/>
            <a:ext cx="2788920" cy="3520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560320"/>
            <a:ext cx="2788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26974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Mes recettes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3977639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Historique et sauvegarde
par utilisateur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560320"/>
            <a:ext cx="2788920" cy="3520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2560320"/>
            <a:ext cx="2788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6974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429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Liste de courses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977639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Gestion des achats
à cocher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01 — PRÉSENTATION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💰  Modèle de monétisation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83080"/>
            <a:ext cx="3749039" cy="4663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240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Freemium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3464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✔  5 générations / mois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✔  10 recettes sauvegardées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✔  Liste de courses basique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440680"/>
            <a:ext cx="33832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5532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0B981"/>
                </a:solidFill>
                <a:latin typeface="Calibri"/>
              </a:rPr>
              <a:t>0 €/mois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783080"/>
            <a:ext cx="3749039" cy="4663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78308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783080"/>
            <a:ext cx="3749039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18013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⭐ RECOMMANDÉ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2240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83464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✔  Générations illimitées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✔  Recettes illimitées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✔  Préférences alimentaires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✔  Export PDF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✔  Support prioritaire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5440680"/>
            <a:ext cx="33832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19" y="5532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0B981"/>
                </a:solidFill>
                <a:latin typeface="Calibri"/>
              </a:rPr>
              <a:t>4,99 €/mois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9" y="1783080"/>
            <a:ext cx="3749039" cy="4663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19" y="178308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2240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B2B /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9" y="283464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✔  Accès API (restaurants, apps)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✔  White-label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✔  Volumes personnalisés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✔  SLA garanti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199" y="5440680"/>
            <a:ext cx="33832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59" y="5532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0B981"/>
                </a:solidFill>
                <a:latin typeface="Calibri"/>
              </a:rPr>
              <a:t>Sur devis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142E50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7763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0B981"/>
                </a:solidFill>
                <a:latin typeface="Calibri"/>
              </a:rPr>
              <a:t>Parcours utilisateur en direct sur l'application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142E50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Architecture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7763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0B981"/>
                </a:solidFill>
                <a:latin typeface="Calibri"/>
              </a:rPr>
              <a:t>Choix techniques  ·  Architecture  ·  Défis rencontrés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03 — ARCHITECTURE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🛠  Stack technologique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74519"/>
            <a:ext cx="2788920" cy="457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74519"/>
            <a:ext cx="2788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Nuxt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33756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Frontend + SSR
Vue 3, Composition API
Tailwind CSS, server routes Nitro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874519"/>
            <a:ext cx="2788920" cy="457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874519"/>
            <a:ext cx="2788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Supabase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33756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Backend as a Service
Auth (email, JWT, cookies SSR)
PostgreSQL + Row Level Security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874519"/>
            <a:ext cx="2788920" cy="457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874519"/>
            <a:ext cx="2788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79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Mistral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333756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API Intelligence Artificielle
Modèle mistral-small-latest
Réponse JSON structurée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874519"/>
            <a:ext cx="2788920" cy="457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874519"/>
            <a:ext cx="2788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Vercel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33756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Hébergement &amp; Déploiement
SSR + Serverless Functions
CI/CD automatique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03 — ARCHITECTURE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⚙️  Nos choix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74519"/>
            <a:ext cx="2788920" cy="4663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74519"/>
            <a:ext cx="2788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⚡  Nuxt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514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Framework Vue 3 avec SSR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Server routes intégrées (Nitro)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Module @nuxtjs/supabase natif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74519"/>
            <a:ext cx="2788920" cy="4663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874519"/>
            <a:ext cx="2788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99339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🗄  Supabase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06040"/>
            <a:ext cx="2514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Auth email clé en main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PostgreSQL + Row Level Security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Pas de serveur à maintenir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74519"/>
            <a:ext cx="2788920" cy="4663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2788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9339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🤖  Mistral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06040"/>
            <a:ext cx="2514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API gratuite avec clé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Génération de recettes en JSON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Intégration simple côté serveur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874519"/>
            <a:ext cx="2788920" cy="4663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874519"/>
            <a:ext cx="2788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99339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🚀  Vercel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606040"/>
            <a:ext cx="2514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Déploiement automatique (CI/CD)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SSR + Serverless Functions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Edge network global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03 — ARCHITECTURE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⚡  Défis techniques relevés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37360"/>
            <a:ext cx="5715000" cy="2194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737360"/>
            <a:ext cx="5715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🔐
Authentification SSR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3852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Authentification SSR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95728"/>
            <a:ext cx="2194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BF24"/>
                </a:solidFill>
                <a:latin typeface="Calibri"/>
              </a:rPr>
              <a:t>📌 Synchroniser la session entre
le serveur et le client.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59" y="2395728"/>
            <a:ext cx="2103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Calibri"/>
              </a:rPr>
              <a:t>→ Module @nuxtjs/supabase
avec cookies SSR automatiques.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737360"/>
            <a:ext cx="5715000" cy="2194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737360"/>
            <a:ext cx="5715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8288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🤖
Ingénierie du prompt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93852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Ingénierie du prompt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395728"/>
            <a:ext cx="2194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BF24"/>
                </a:solidFill>
                <a:latin typeface="Calibri"/>
              </a:rPr>
              <a:t>📌 Obtenir une réponse JSON fiable
à chaque génération.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395728"/>
            <a:ext cx="2103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Calibri"/>
              </a:rPr>
              <a:t>→ Prompt structuré strict
+ extraction JSON côté serveur.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114800"/>
            <a:ext cx="5715000" cy="2194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114800"/>
            <a:ext cx="5715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🛡
Sécurité multi-utilisateurs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31596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Sécurité multi-utilisateurs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73168"/>
            <a:ext cx="2194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BF24"/>
                </a:solidFill>
                <a:latin typeface="Calibri"/>
              </a:rPr>
              <a:t>📌 Garantir qu'un utilisateur
ne voit pas les données d'un autre.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59" y="4773168"/>
            <a:ext cx="2103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Calibri"/>
              </a:rPr>
              <a:t>→ Row Level Security Supabase
sur toutes les tables.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59" y="4114800"/>
            <a:ext cx="5715000" cy="2194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59" y="4114800"/>
            <a:ext cx="5715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20624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🚀
Déploiement production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31596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Déploiement production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773168"/>
            <a:ext cx="2194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BF24"/>
                </a:solidFill>
                <a:latin typeface="Calibri"/>
              </a:rPr>
              <a:t>📌 Variables d'env absentes
au premier déploiement Vercel.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4773168"/>
            <a:ext cx="2103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Calibri"/>
              </a:rPr>
              <a:t>→ Configuration des secrets
dans les env vars Vercel.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Merci de votre attention 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10B981"/>
                </a:solidFill>
                <a:latin typeface="Calibri"/>
              </a:rPr>
              <a:t>💬  Place aux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606040"/>
            <a:ext cx="5788152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834640"/>
            <a:ext cx="11521440" cy="3017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834640"/>
            <a:ext cx="11521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9443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SmartRecipes — En résumé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56432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E2E8F0"/>
                </a:solidFill>
                <a:latin typeface="Calibri"/>
              </a:rPr>
              <a:t>🎯  Problème réel  →  gaspillage + manque d'inspiration culinaire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E2E8F0"/>
                </a:solidFill>
                <a:latin typeface="Calibri"/>
              </a:rPr>
              <a:t>👥  Audience  →  étudiants &amp; jeunes actifs (18–35 ans)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E2E8F0"/>
                </a:solidFill>
                <a:latin typeface="Calibri"/>
              </a:rPr>
              <a:t>✨  Solution  →  génération IA + sauvegarde + liste de courses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E2E8F0"/>
                </a:solidFill>
                <a:latin typeface="Calibri"/>
              </a:rPr>
              <a:t>🛠  Stack  →  Nuxt  ·  Supabase  ·  Mistral AI  ·  Vercel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E2E8F0"/>
                </a:solidFill>
                <a:latin typeface="Calibri"/>
              </a:rPr>
              <a:t>🔒  Sécurité  →  RLS Supabase + JWT + middleware Nuxt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smartrecipes.vercel.app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